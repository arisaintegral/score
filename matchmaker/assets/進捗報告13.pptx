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5"/>
    <p:restoredTop sz="94625"/>
  </p:normalViewPr>
  <p:slideViewPr>
    <p:cSldViewPr snapToGrid="0">
      <p:cViewPr varScale="1">
        <p:scale>
          <a:sx n="112" d="100"/>
          <a:sy n="112" d="100"/>
        </p:scale>
        <p:origin x="40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C04058-AFA3-4545-9F3F-B98AE1B393F3}" type="datetimeFigureOut">
              <a:rPr kumimoji="1" lang="ja-JP" altLang="en-US" smtClean="0"/>
              <a:t>2026/5/14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7772F6-2DE7-6B44-B636-C9D787D4A7C2}" type="slidenum">
              <a:rPr kumimoji="1" lang="ja-JP" altLang="en-US" smtClean="0"/>
              <a:t>‹#›</a:t>
            </a:fld>
            <a:endParaRPr kumimoji="1" lang="ja-JP" altLang="en-US"/>
          </a:p>
        </p:txBody>
      </p:sp>
    </p:spTree>
    <p:extLst>
      <p:ext uri="{BB962C8B-B14F-4D97-AF65-F5344CB8AC3E}">
        <p14:creationId xmlns:p14="http://schemas.microsoft.com/office/powerpoint/2010/main" val="17533767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F87772F6-2DE7-6B44-B636-C9D787D4A7C2}" type="slidenum">
              <a:rPr kumimoji="1" lang="ja-JP" altLang="en-US" smtClean="0"/>
              <a:t>7</a:t>
            </a:fld>
            <a:endParaRPr kumimoji="1" lang="ja-JP" altLang="en-US"/>
          </a:p>
        </p:txBody>
      </p:sp>
    </p:spTree>
    <p:extLst>
      <p:ext uri="{BB962C8B-B14F-4D97-AF65-F5344CB8AC3E}">
        <p14:creationId xmlns:p14="http://schemas.microsoft.com/office/powerpoint/2010/main" val="174286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Pr>
        <a:gradFill>
          <a:gsLst>
            <a:gs pos="0">
              <a:schemeClr val="accent2">
                <a:lumMod val="75000"/>
              </a:schemeClr>
            </a:gs>
            <a:gs pos="100000">
              <a:schemeClr val="accent1">
                <a:lumMod val="50000"/>
              </a:schemeClr>
            </a:gs>
          </a:gsLst>
          <a:lin ang="5400000" scaled="0"/>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C827AD-7469-5BB7-5B71-1F675AC16CD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0DC98DA-BFFA-C077-84BD-5F53F182C2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FEF360E-B539-5BD5-4795-E8770BE6523C}"/>
              </a:ext>
            </a:extLst>
          </p:cNvPr>
          <p:cNvSpPr>
            <a:spLocks noGrp="1"/>
          </p:cNvSpPr>
          <p:nvPr>
            <p:ph type="dt" sz="half" idx="10"/>
          </p:nvPr>
        </p:nvSpPr>
        <p:spPr/>
        <p:txBody>
          <a:bodyPr/>
          <a:lstStyle/>
          <a:p>
            <a:fld id="{3EAFDB15-E96B-B949-A886-0E466704F97C}" type="datetime1">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FAFF9152-5DCB-A9F2-F309-33BEE0492CC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F5BF3A8-5AE4-2EEF-353C-F2F16BFDDE41}"/>
              </a:ext>
            </a:extLst>
          </p:cNvPr>
          <p:cNvSpPr>
            <a:spLocks noGrp="1"/>
          </p:cNvSpPr>
          <p:nvPr>
            <p:ph type="sldNum" sz="quarter" idx="12"/>
          </p:nvPr>
        </p:nvSpPr>
        <p:spPr>
          <a:xfrm>
            <a:off x="8610600" y="6356350"/>
            <a:ext cx="2743200" cy="365125"/>
          </a:xfrm>
          <a:prstGeom prst="rect">
            <a:avLst/>
          </a:prstGeom>
        </p:spPr>
        <p:txBody>
          <a:bodyPr/>
          <a:lstStyle/>
          <a:p>
            <a:fld id="{04E7AF0F-8B91-3549-8924-F7BFCDCBF3A4}" type="slidenum">
              <a:rPr kumimoji="1" lang="ja-JP" altLang="en-US" smtClean="0"/>
              <a:t>‹#›</a:t>
            </a:fld>
            <a:endParaRPr kumimoji="1" lang="ja-JP" altLang="en-US"/>
          </a:p>
        </p:txBody>
      </p:sp>
      <p:sp>
        <p:nvSpPr>
          <p:cNvPr id="13" name="フリーフォーム 12">
            <a:extLst>
              <a:ext uri="{FF2B5EF4-FFF2-40B4-BE49-F238E27FC236}">
                <a16:creationId xmlns:a16="http://schemas.microsoft.com/office/drawing/2014/main" id="{5A500706-2581-1AC7-3892-7B7729BDA8B1}"/>
              </a:ext>
            </a:extLst>
          </p:cNvPr>
          <p:cNvSpPr/>
          <p:nvPr/>
        </p:nvSpPr>
        <p:spPr>
          <a:xfrm>
            <a:off x="606000" y="500063"/>
            <a:ext cx="10980000" cy="5857875"/>
          </a:xfrm>
          <a:custGeom>
            <a:avLst/>
            <a:gdLst>
              <a:gd name="connsiteX0" fmla="*/ 1081013 w 11845636"/>
              <a:gd name="connsiteY0" fmla="*/ 0 h 6485948"/>
              <a:gd name="connsiteX1" fmla="*/ 10764623 w 11845636"/>
              <a:gd name="connsiteY1" fmla="*/ 0 h 6485948"/>
              <a:gd name="connsiteX2" fmla="*/ 11845636 w 11845636"/>
              <a:gd name="connsiteY2" fmla="*/ 1081013 h 6485948"/>
              <a:gd name="connsiteX3" fmla="*/ 11845636 w 11845636"/>
              <a:gd name="connsiteY3" fmla="*/ 5404935 h 6485948"/>
              <a:gd name="connsiteX4" fmla="*/ 11823674 w 11845636"/>
              <a:gd name="connsiteY4" fmla="*/ 5622797 h 6485948"/>
              <a:gd name="connsiteX5" fmla="*/ 11821982 w 11845636"/>
              <a:gd name="connsiteY5" fmla="*/ 5628246 h 6485948"/>
              <a:gd name="connsiteX6" fmla="*/ 11732430 w 11845636"/>
              <a:gd name="connsiteY6" fmla="*/ 5640163 h 6485948"/>
              <a:gd name="connsiteX7" fmla="*/ 10939428 w 11845636"/>
              <a:gd name="connsiteY7" fmla="*/ 6331618 h 6485948"/>
              <a:gd name="connsiteX8" fmla="*/ 10923076 w 11845636"/>
              <a:gd name="connsiteY8" fmla="*/ 6473053 h 6485948"/>
              <a:gd name="connsiteX9" fmla="*/ 10875150 w 11845636"/>
              <a:gd name="connsiteY9" fmla="*/ 6480367 h 6485948"/>
              <a:gd name="connsiteX10" fmla="*/ 10764623 w 11845636"/>
              <a:gd name="connsiteY10" fmla="*/ 6485948 h 6485948"/>
              <a:gd name="connsiteX11" fmla="*/ 1081013 w 11845636"/>
              <a:gd name="connsiteY11" fmla="*/ 6485948 h 6485948"/>
              <a:gd name="connsiteX12" fmla="*/ 0 w 11845636"/>
              <a:gd name="connsiteY12" fmla="*/ 5404935 h 6485948"/>
              <a:gd name="connsiteX13" fmla="*/ 0 w 11845636"/>
              <a:gd name="connsiteY13" fmla="*/ 1081013 h 6485948"/>
              <a:gd name="connsiteX14" fmla="*/ 1081013 w 11845636"/>
              <a:gd name="connsiteY14" fmla="*/ 0 h 6485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845636" h="6485948">
                <a:moveTo>
                  <a:pt x="1081013" y="0"/>
                </a:moveTo>
                <a:lnTo>
                  <a:pt x="10764623" y="0"/>
                </a:lnTo>
                <a:cubicBezTo>
                  <a:pt x="11361650" y="0"/>
                  <a:pt x="11845636" y="483986"/>
                  <a:pt x="11845636" y="1081013"/>
                </a:cubicBezTo>
                <a:lnTo>
                  <a:pt x="11845636" y="5404935"/>
                </a:lnTo>
                <a:cubicBezTo>
                  <a:pt x="11845636" y="5479564"/>
                  <a:pt x="11838074" y="5552426"/>
                  <a:pt x="11823674" y="5622797"/>
                </a:cubicBezTo>
                <a:lnTo>
                  <a:pt x="11821982" y="5628246"/>
                </a:lnTo>
                <a:lnTo>
                  <a:pt x="11732430" y="5640163"/>
                </a:lnTo>
                <a:cubicBezTo>
                  <a:pt x="11334389" y="5711184"/>
                  <a:pt x="11020879" y="5984548"/>
                  <a:pt x="10939428" y="6331618"/>
                </a:cubicBezTo>
                <a:lnTo>
                  <a:pt x="10923076" y="6473053"/>
                </a:lnTo>
                <a:lnTo>
                  <a:pt x="10875150" y="6480367"/>
                </a:lnTo>
                <a:cubicBezTo>
                  <a:pt x="10838810" y="6484058"/>
                  <a:pt x="10801937" y="6485948"/>
                  <a:pt x="10764623" y="6485948"/>
                </a:cubicBezTo>
                <a:lnTo>
                  <a:pt x="1081013" y="6485948"/>
                </a:lnTo>
                <a:cubicBezTo>
                  <a:pt x="483986" y="6485948"/>
                  <a:pt x="0" y="6001962"/>
                  <a:pt x="0" y="5404935"/>
                </a:cubicBezTo>
                <a:lnTo>
                  <a:pt x="0" y="1081013"/>
                </a:lnTo>
                <a:cubicBezTo>
                  <a:pt x="0" y="483986"/>
                  <a:pt x="483986" y="0"/>
                  <a:pt x="1081013" y="0"/>
                </a:cubicBezTo>
                <a:close/>
              </a:path>
            </a:pathLst>
          </a:custGeom>
          <a:solidFill>
            <a:schemeClr val="accent3">
              <a:lumMod val="20000"/>
              <a:lumOff val="80000"/>
            </a:schemeClr>
          </a:solidFill>
          <a:ln w="635000" cap="rnd">
            <a:solidFill>
              <a:schemeClr val="accent3">
                <a:lumMod val="20000"/>
                <a:lumOff val="80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4" name="フリーフォーム 13">
            <a:extLst>
              <a:ext uri="{FF2B5EF4-FFF2-40B4-BE49-F238E27FC236}">
                <a16:creationId xmlns:a16="http://schemas.microsoft.com/office/drawing/2014/main" id="{7B757E09-DBEF-D36E-BDA5-E533354E173D}"/>
              </a:ext>
            </a:extLst>
          </p:cNvPr>
          <p:cNvSpPr/>
          <p:nvPr/>
        </p:nvSpPr>
        <p:spPr>
          <a:xfrm rot="10800000">
            <a:off x="606000" y="500062"/>
            <a:ext cx="10980000" cy="5857875"/>
          </a:xfrm>
          <a:custGeom>
            <a:avLst/>
            <a:gdLst>
              <a:gd name="connsiteX0" fmla="*/ 1081013 w 11845636"/>
              <a:gd name="connsiteY0" fmla="*/ 0 h 6485948"/>
              <a:gd name="connsiteX1" fmla="*/ 10764623 w 11845636"/>
              <a:gd name="connsiteY1" fmla="*/ 0 h 6485948"/>
              <a:gd name="connsiteX2" fmla="*/ 11845636 w 11845636"/>
              <a:gd name="connsiteY2" fmla="*/ 1081013 h 6485948"/>
              <a:gd name="connsiteX3" fmla="*/ 11845636 w 11845636"/>
              <a:gd name="connsiteY3" fmla="*/ 5404935 h 6485948"/>
              <a:gd name="connsiteX4" fmla="*/ 11823674 w 11845636"/>
              <a:gd name="connsiteY4" fmla="*/ 5622797 h 6485948"/>
              <a:gd name="connsiteX5" fmla="*/ 11821982 w 11845636"/>
              <a:gd name="connsiteY5" fmla="*/ 5628246 h 6485948"/>
              <a:gd name="connsiteX6" fmla="*/ 11732430 w 11845636"/>
              <a:gd name="connsiteY6" fmla="*/ 5640163 h 6485948"/>
              <a:gd name="connsiteX7" fmla="*/ 10939428 w 11845636"/>
              <a:gd name="connsiteY7" fmla="*/ 6331618 h 6485948"/>
              <a:gd name="connsiteX8" fmla="*/ 10923076 w 11845636"/>
              <a:gd name="connsiteY8" fmla="*/ 6473053 h 6485948"/>
              <a:gd name="connsiteX9" fmla="*/ 10875150 w 11845636"/>
              <a:gd name="connsiteY9" fmla="*/ 6480367 h 6485948"/>
              <a:gd name="connsiteX10" fmla="*/ 10764623 w 11845636"/>
              <a:gd name="connsiteY10" fmla="*/ 6485948 h 6485948"/>
              <a:gd name="connsiteX11" fmla="*/ 1081013 w 11845636"/>
              <a:gd name="connsiteY11" fmla="*/ 6485948 h 6485948"/>
              <a:gd name="connsiteX12" fmla="*/ 0 w 11845636"/>
              <a:gd name="connsiteY12" fmla="*/ 5404935 h 6485948"/>
              <a:gd name="connsiteX13" fmla="*/ 0 w 11845636"/>
              <a:gd name="connsiteY13" fmla="*/ 1081013 h 6485948"/>
              <a:gd name="connsiteX14" fmla="*/ 1081013 w 11845636"/>
              <a:gd name="connsiteY14" fmla="*/ 0 h 6485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845636" h="6485948">
                <a:moveTo>
                  <a:pt x="1081013" y="0"/>
                </a:moveTo>
                <a:lnTo>
                  <a:pt x="10764623" y="0"/>
                </a:lnTo>
                <a:cubicBezTo>
                  <a:pt x="11361650" y="0"/>
                  <a:pt x="11845636" y="483986"/>
                  <a:pt x="11845636" y="1081013"/>
                </a:cubicBezTo>
                <a:lnTo>
                  <a:pt x="11845636" y="5404935"/>
                </a:lnTo>
                <a:cubicBezTo>
                  <a:pt x="11845636" y="5479564"/>
                  <a:pt x="11838074" y="5552426"/>
                  <a:pt x="11823674" y="5622797"/>
                </a:cubicBezTo>
                <a:lnTo>
                  <a:pt x="11821982" y="5628246"/>
                </a:lnTo>
                <a:lnTo>
                  <a:pt x="11732430" y="5640163"/>
                </a:lnTo>
                <a:cubicBezTo>
                  <a:pt x="11334389" y="5711184"/>
                  <a:pt x="11020879" y="5984548"/>
                  <a:pt x="10939428" y="6331618"/>
                </a:cubicBezTo>
                <a:lnTo>
                  <a:pt x="10923076" y="6473053"/>
                </a:lnTo>
                <a:lnTo>
                  <a:pt x="10875150" y="6480367"/>
                </a:lnTo>
                <a:cubicBezTo>
                  <a:pt x="10838810" y="6484058"/>
                  <a:pt x="10801937" y="6485948"/>
                  <a:pt x="10764623" y="6485948"/>
                </a:cubicBezTo>
                <a:lnTo>
                  <a:pt x="1081013" y="6485948"/>
                </a:lnTo>
                <a:cubicBezTo>
                  <a:pt x="483986" y="6485948"/>
                  <a:pt x="0" y="6001962"/>
                  <a:pt x="0" y="5404935"/>
                </a:cubicBezTo>
                <a:lnTo>
                  <a:pt x="0" y="1081013"/>
                </a:lnTo>
                <a:cubicBezTo>
                  <a:pt x="0" y="483986"/>
                  <a:pt x="483986" y="0"/>
                  <a:pt x="1081013" y="0"/>
                </a:cubicBezTo>
                <a:close/>
              </a:path>
            </a:pathLst>
          </a:custGeom>
          <a:solidFill>
            <a:schemeClr val="accent3">
              <a:lumMod val="20000"/>
              <a:lumOff val="80000"/>
            </a:schemeClr>
          </a:solidFill>
          <a:ln w="635000" cap="rnd">
            <a:solidFill>
              <a:schemeClr val="accent3">
                <a:lumMod val="20000"/>
                <a:lumOff val="80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Tree>
    <p:extLst>
      <p:ext uri="{BB962C8B-B14F-4D97-AF65-F5344CB8AC3E}">
        <p14:creationId xmlns:p14="http://schemas.microsoft.com/office/powerpoint/2010/main" val="2881075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bg>
      <p:bgPr>
        <a:gradFill>
          <a:gsLst>
            <a:gs pos="0">
              <a:schemeClr val="accent2">
                <a:lumMod val="75000"/>
              </a:schemeClr>
            </a:gs>
            <a:gs pos="100000">
              <a:schemeClr val="accent1">
                <a:lumMod val="50000"/>
              </a:schemeClr>
            </a:gs>
          </a:gsLst>
          <a:lin ang="5400000" scaled="0"/>
        </a:gradFill>
        <a:effectLst/>
      </p:bgPr>
    </p:bg>
    <p:spTree>
      <p:nvGrpSpPr>
        <p:cNvPr id="1" name=""/>
        <p:cNvGrpSpPr/>
        <p:nvPr/>
      </p:nvGrpSpPr>
      <p:grpSpPr>
        <a:xfrm>
          <a:off x="0" y="0"/>
          <a:ext cx="0" cy="0"/>
          <a:chOff x="0" y="0"/>
          <a:chExt cx="0" cy="0"/>
        </a:xfrm>
      </p:grpSpPr>
      <p:sp>
        <p:nvSpPr>
          <p:cNvPr id="28" name="フリーフォーム 27">
            <a:extLst>
              <a:ext uri="{FF2B5EF4-FFF2-40B4-BE49-F238E27FC236}">
                <a16:creationId xmlns:a16="http://schemas.microsoft.com/office/drawing/2014/main" id="{0AB19CB6-A930-720C-2622-FB040C99BDBE}"/>
              </a:ext>
            </a:extLst>
          </p:cNvPr>
          <p:cNvSpPr/>
          <p:nvPr/>
        </p:nvSpPr>
        <p:spPr>
          <a:xfrm>
            <a:off x="606000" y="500063"/>
            <a:ext cx="10980000" cy="5857875"/>
          </a:xfrm>
          <a:custGeom>
            <a:avLst/>
            <a:gdLst>
              <a:gd name="connsiteX0" fmla="*/ 1081013 w 11845636"/>
              <a:gd name="connsiteY0" fmla="*/ 0 h 6485948"/>
              <a:gd name="connsiteX1" fmla="*/ 10764623 w 11845636"/>
              <a:gd name="connsiteY1" fmla="*/ 0 h 6485948"/>
              <a:gd name="connsiteX2" fmla="*/ 11845636 w 11845636"/>
              <a:gd name="connsiteY2" fmla="*/ 1081013 h 6485948"/>
              <a:gd name="connsiteX3" fmla="*/ 11845636 w 11845636"/>
              <a:gd name="connsiteY3" fmla="*/ 5404935 h 6485948"/>
              <a:gd name="connsiteX4" fmla="*/ 11823674 w 11845636"/>
              <a:gd name="connsiteY4" fmla="*/ 5622797 h 6485948"/>
              <a:gd name="connsiteX5" fmla="*/ 11821982 w 11845636"/>
              <a:gd name="connsiteY5" fmla="*/ 5628246 h 6485948"/>
              <a:gd name="connsiteX6" fmla="*/ 11732430 w 11845636"/>
              <a:gd name="connsiteY6" fmla="*/ 5640163 h 6485948"/>
              <a:gd name="connsiteX7" fmla="*/ 10939428 w 11845636"/>
              <a:gd name="connsiteY7" fmla="*/ 6331618 h 6485948"/>
              <a:gd name="connsiteX8" fmla="*/ 10923076 w 11845636"/>
              <a:gd name="connsiteY8" fmla="*/ 6473053 h 6485948"/>
              <a:gd name="connsiteX9" fmla="*/ 10875150 w 11845636"/>
              <a:gd name="connsiteY9" fmla="*/ 6480367 h 6485948"/>
              <a:gd name="connsiteX10" fmla="*/ 10764623 w 11845636"/>
              <a:gd name="connsiteY10" fmla="*/ 6485948 h 6485948"/>
              <a:gd name="connsiteX11" fmla="*/ 1081013 w 11845636"/>
              <a:gd name="connsiteY11" fmla="*/ 6485948 h 6485948"/>
              <a:gd name="connsiteX12" fmla="*/ 0 w 11845636"/>
              <a:gd name="connsiteY12" fmla="*/ 5404935 h 6485948"/>
              <a:gd name="connsiteX13" fmla="*/ 0 w 11845636"/>
              <a:gd name="connsiteY13" fmla="*/ 1081013 h 6485948"/>
              <a:gd name="connsiteX14" fmla="*/ 1081013 w 11845636"/>
              <a:gd name="connsiteY14" fmla="*/ 0 h 6485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845636" h="6485948">
                <a:moveTo>
                  <a:pt x="1081013" y="0"/>
                </a:moveTo>
                <a:lnTo>
                  <a:pt x="10764623" y="0"/>
                </a:lnTo>
                <a:cubicBezTo>
                  <a:pt x="11361650" y="0"/>
                  <a:pt x="11845636" y="483986"/>
                  <a:pt x="11845636" y="1081013"/>
                </a:cubicBezTo>
                <a:lnTo>
                  <a:pt x="11845636" y="5404935"/>
                </a:lnTo>
                <a:cubicBezTo>
                  <a:pt x="11845636" y="5479564"/>
                  <a:pt x="11838074" y="5552426"/>
                  <a:pt x="11823674" y="5622797"/>
                </a:cubicBezTo>
                <a:lnTo>
                  <a:pt x="11821982" y="5628246"/>
                </a:lnTo>
                <a:lnTo>
                  <a:pt x="11732430" y="5640163"/>
                </a:lnTo>
                <a:cubicBezTo>
                  <a:pt x="11334389" y="5711184"/>
                  <a:pt x="11020879" y="5984548"/>
                  <a:pt x="10939428" y="6331618"/>
                </a:cubicBezTo>
                <a:lnTo>
                  <a:pt x="10923076" y="6473053"/>
                </a:lnTo>
                <a:lnTo>
                  <a:pt x="10875150" y="6480367"/>
                </a:lnTo>
                <a:cubicBezTo>
                  <a:pt x="10838810" y="6484058"/>
                  <a:pt x="10801937" y="6485948"/>
                  <a:pt x="10764623" y="6485948"/>
                </a:cubicBezTo>
                <a:lnTo>
                  <a:pt x="1081013" y="6485948"/>
                </a:lnTo>
                <a:cubicBezTo>
                  <a:pt x="483986" y="6485948"/>
                  <a:pt x="0" y="6001962"/>
                  <a:pt x="0" y="5404935"/>
                </a:cubicBezTo>
                <a:lnTo>
                  <a:pt x="0" y="1081013"/>
                </a:lnTo>
                <a:cubicBezTo>
                  <a:pt x="0" y="483986"/>
                  <a:pt x="483986" y="0"/>
                  <a:pt x="1081013" y="0"/>
                </a:cubicBezTo>
                <a:close/>
              </a:path>
            </a:pathLst>
          </a:custGeom>
          <a:solidFill>
            <a:schemeClr val="accent3">
              <a:lumMod val="20000"/>
              <a:lumOff val="80000"/>
            </a:schemeClr>
          </a:solidFill>
          <a:ln w="635000" cap="rnd">
            <a:solidFill>
              <a:schemeClr val="accent3">
                <a:lumMod val="20000"/>
                <a:lumOff val="80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2" name="タイトル 1">
            <a:extLst>
              <a:ext uri="{FF2B5EF4-FFF2-40B4-BE49-F238E27FC236}">
                <a16:creationId xmlns:a16="http://schemas.microsoft.com/office/drawing/2014/main" id="{685B2970-E7F9-1169-9B30-5C5C231DE10A}"/>
              </a:ext>
            </a:extLst>
          </p:cNvPr>
          <p:cNvSpPr>
            <a:spLocks noGrp="1"/>
          </p:cNvSpPr>
          <p:nvPr>
            <p:ph type="title"/>
          </p:nvPr>
        </p:nvSpPr>
        <p:spPr>
          <a:xfrm>
            <a:off x="838200" y="469663"/>
            <a:ext cx="10515600" cy="1029689"/>
          </a:xfrm>
        </p:spPr>
        <p:txBody>
          <a:bodyPr/>
          <a:lstStyle>
            <a:lvl1pPr>
              <a:defRPr b="1"/>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C7E51C-5FA8-FB40-52D8-08486750C7B2}"/>
              </a:ext>
            </a:extLst>
          </p:cNvPr>
          <p:cNvSpPr>
            <a:spLocks noGrp="1"/>
          </p:cNvSpPr>
          <p:nvPr>
            <p:ph idx="1"/>
          </p:nvPr>
        </p:nvSpPr>
        <p:spPr>
          <a:xfrm>
            <a:off x="838200" y="1529752"/>
            <a:ext cx="10515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03CF3F6-3D9D-DAA6-07E7-60C3481250C0}"/>
              </a:ext>
            </a:extLst>
          </p:cNvPr>
          <p:cNvSpPr>
            <a:spLocks noGrp="1"/>
          </p:cNvSpPr>
          <p:nvPr>
            <p:ph type="dt" sz="half" idx="10"/>
          </p:nvPr>
        </p:nvSpPr>
        <p:spPr/>
        <p:txBody>
          <a:bodyPr/>
          <a:lstStyle/>
          <a:p>
            <a:fld id="{99CA9ABA-AC35-5141-9E5B-E217AC44BB04}" type="datetime1">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270B4908-F159-6D50-8992-D431EF5D26C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42CD737-02C4-5891-69FB-8FDEAC0D9049}"/>
              </a:ext>
            </a:extLst>
          </p:cNvPr>
          <p:cNvSpPr>
            <a:spLocks noGrp="1"/>
          </p:cNvSpPr>
          <p:nvPr>
            <p:ph type="sldNum" sz="quarter" idx="12"/>
          </p:nvPr>
        </p:nvSpPr>
        <p:spPr>
          <a:xfrm>
            <a:off x="9019474" y="5923950"/>
            <a:ext cx="2855217" cy="864799"/>
          </a:xfrm>
          <a:prstGeom prst="rect">
            <a:avLst/>
          </a:prstGeom>
        </p:spPr>
        <p:txBody>
          <a:bodyPr/>
          <a:lstStyle>
            <a:lvl1pPr>
              <a:defRPr sz="4400">
                <a:solidFill>
                  <a:schemeClr val="accent3">
                    <a:lumMod val="20000"/>
                    <a:lumOff val="80000"/>
                  </a:schemeClr>
                </a:solidFill>
              </a:defRPr>
            </a:lvl1pPr>
          </a:lstStyle>
          <a:p>
            <a:fld id="{04E7AF0F-8B91-3549-8924-F7BFCDCBF3A4}" type="slidenum">
              <a:rPr kumimoji="1" lang="ja-JP" altLang="en-US" smtClean="0"/>
              <a:t>‹#›</a:t>
            </a:fld>
            <a:endParaRPr kumimoji="1" lang="ja-JP" altLang="en-US"/>
          </a:p>
        </p:txBody>
      </p:sp>
    </p:spTree>
    <p:extLst>
      <p:ext uri="{BB962C8B-B14F-4D97-AF65-F5344CB8AC3E}">
        <p14:creationId xmlns:p14="http://schemas.microsoft.com/office/powerpoint/2010/main" val="2370510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11DAA8-B2E3-A665-C5CF-AEDAA5B7DE8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F2903BB-F190-087F-9723-BE92470A31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160A5BF-7CCF-CF5F-493C-9CF37FBE7EE0}"/>
              </a:ext>
            </a:extLst>
          </p:cNvPr>
          <p:cNvSpPr>
            <a:spLocks noGrp="1"/>
          </p:cNvSpPr>
          <p:nvPr>
            <p:ph type="dt" sz="half" idx="10"/>
          </p:nvPr>
        </p:nvSpPr>
        <p:spPr/>
        <p:txBody>
          <a:bodyPr/>
          <a:lstStyle/>
          <a:p>
            <a:fld id="{61C37655-F1B5-2747-B0F4-DE7512C3D961}" type="datetime1">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C34E1304-9974-DAE9-73F4-D843F59FC38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D7F335A-965C-60F9-1841-264D3AC7DA4B}"/>
              </a:ext>
            </a:extLst>
          </p:cNvPr>
          <p:cNvSpPr>
            <a:spLocks noGrp="1"/>
          </p:cNvSpPr>
          <p:nvPr>
            <p:ph type="sldNum" sz="quarter" idx="12"/>
          </p:nvPr>
        </p:nvSpPr>
        <p:spPr>
          <a:xfrm>
            <a:off x="8610600" y="6356350"/>
            <a:ext cx="2743200" cy="365125"/>
          </a:xfrm>
          <a:prstGeom prst="rect">
            <a:avLst/>
          </a:prstGeom>
        </p:spPr>
        <p:txBody>
          <a:bodyPr/>
          <a:lstStyle/>
          <a:p>
            <a:fld id="{04E7AF0F-8B91-3549-8924-F7BFCDCBF3A4}" type="slidenum">
              <a:rPr kumimoji="1" lang="ja-JP" altLang="en-US" smtClean="0"/>
              <a:t>‹#›</a:t>
            </a:fld>
            <a:endParaRPr kumimoji="1" lang="ja-JP" altLang="en-US"/>
          </a:p>
        </p:txBody>
      </p:sp>
    </p:spTree>
    <p:extLst>
      <p:ext uri="{BB962C8B-B14F-4D97-AF65-F5344CB8AC3E}">
        <p14:creationId xmlns:p14="http://schemas.microsoft.com/office/powerpoint/2010/main" val="1224281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5D536B-1829-14A3-3357-51398886E44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38519B6-AD8F-728C-0489-893CAE569D0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BC5853F-0E87-01BA-8392-050778775D9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054D538-D685-30A1-F536-2AD017106F02}"/>
              </a:ext>
            </a:extLst>
          </p:cNvPr>
          <p:cNvSpPr>
            <a:spLocks noGrp="1"/>
          </p:cNvSpPr>
          <p:nvPr>
            <p:ph type="dt" sz="half" idx="10"/>
          </p:nvPr>
        </p:nvSpPr>
        <p:spPr/>
        <p:txBody>
          <a:bodyPr/>
          <a:lstStyle/>
          <a:p>
            <a:fld id="{241A0325-FD43-3242-8880-DCD34EDF079C}" type="datetime1">
              <a:rPr kumimoji="1" lang="ja-JP" altLang="en-US" smtClean="0"/>
              <a:t>2026/5/14</a:t>
            </a:fld>
            <a:endParaRPr kumimoji="1" lang="ja-JP" altLang="en-US"/>
          </a:p>
        </p:txBody>
      </p:sp>
      <p:sp>
        <p:nvSpPr>
          <p:cNvPr id="6" name="フッター プレースホルダー 5">
            <a:extLst>
              <a:ext uri="{FF2B5EF4-FFF2-40B4-BE49-F238E27FC236}">
                <a16:creationId xmlns:a16="http://schemas.microsoft.com/office/drawing/2014/main" id="{3BF08EAE-FCFF-A7FE-3638-657532862AF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407EA7B-BBD5-8327-852B-216A521AF81F}"/>
              </a:ext>
            </a:extLst>
          </p:cNvPr>
          <p:cNvSpPr>
            <a:spLocks noGrp="1"/>
          </p:cNvSpPr>
          <p:nvPr>
            <p:ph type="sldNum" sz="quarter" idx="12"/>
          </p:nvPr>
        </p:nvSpPr>
        <p:spPr>
          <a:xfrm>
            <a:off x="8610600" y="6356350"/>
            <a:ext cx="2743200" cy="365125"/>
          </a:xfrm>
          <a:prstGeom prst="rect">
            <a:avLst/>
          </a:prstGeom>
        </p:spPr>
        <p:txBody>
          <a:bodyPr/>
          <a:lstStyle/>
          <a:p>
            <a:fld id="{04E7AF0F-8B91-3549-8924-F7BFCDCBF3A4}" type="slidenum">
              <a:rPr kumimoji="1" lang="ja-JP" altLang="en-US" smtClean="0"/>
              <a:t>‹#›</a:t>
            </a:fld>
            <a:endParaRPr kumimoji="1" lang="ja-JP" altLang="en-US"/>
          </a:p>
        </p:txBody>
      </p:sp>
    </p:spTree>
    <p:extLst>
      <p:ext uri="{BB962C8B-B14F-4D97-AF65-F5344CB8AC3E}">
        <p14:creationId xmlns:p14="http://schemas.microsoft.com/office/powerpoint/2010/main" val="3652140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1A8CBF-C4B9-31CE-7776-0951EF3AE7A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3FF66BF-BED8-3D48-D3F8-122904E632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61DB14D-74BC-5A43-3A86-D2FE0E2D196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B827932-FB36-8ABD-767C-570168A02C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36406F8-5EF5-884E-07B5-2ACBB2C160C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3958D74-0060-BF9F-6CB0-604A08653890}"/>
              </a:ext>
            </a:extLst>
          </p:cNvPr>
          <p:cNvSpPr>
            <a:spLocks noGrp="1"/>
          </p:cNvSpPr>
          <p:nvPr>
            <p:ph type="dt" sz="half" idx="10"/>
          </p:nvPr>
        </p:nvSpPr>
        <p:spPr/>
        <p:txBody>
          <a:bodyPr/>
          <a:lstStyle/>
          <a:p>
            <a:fld id="{B21A4C28-BF52-2243-ADE2-54038D3DF778}" type="datetime1">
              <a:rPr kumimoji="1" lang="ja-JP" altLang="en-US" smtClean="0"/>
              <a:t>2026/5/14</a:t>
            </a:fld>
            <a:endParaRPr kumimoji="1" lang="ja-JP" altLang="en-US"/>
          </a:p>
        </p:txBody>
      </p:sp>
      <p:sp>
        <p:nvSpPr>
          <p:cNvPr id="8" name="フッター プレースホルダー 7">
            <a:extLst>
              <a:ext uri="{FF2B5EF4-FFF2-40B4-BE49-F238E27FC236}">
                <a16:creationId xmlns:a16="http://schemas.microsoft.com/office/drawing/2014/main" id="{75CC084F-4D2C-DF4B-B022-0EE536DA30B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855F2E6-35A3-9761-44CC-2066ACBF46BE}"/>
              </a:ext>
            </a:extLst>
          </p:cNvPr>
          <p:cNvSpPr>
            <a:spLocks noGrp="1"/>
          </p:cNvSpPr>
          <p:nvPr>
            <p:ph type="sldNum" sz="quarter" idx="12"/>
          </p:nvPr>
        </p:nvSpPr>
        <p:spPr>
          <a:xfrm>
            <a:off x="8610600" y="6356350"/>
            <a:ext cx="2743200" cy="365125"/>
          </a:xfrm>
          <a:prstGeom prst="rect">
            <a:avLst/>
          </a:prstGeom>
        </p:spPr>
        <p:txBody>
          <a:bodyPr/>
          <a:lstStyle/>
          <a:p>
            <a:fld id="{04E7AF0F-8B91-3549-8924-F7BFCDCBF3A4}" type="slidenum">
              <a:rPr kumimoji="1" lang="ja-JP" altLang="en-US" smtClean="0"/>
              <a:t>‹#›</a:t>
            </a:fld>
            <a:endParaRPr kumimoji="1" lang="ja-JP" altLang="en-US"/>
          </a:p>
        </p:txBody>
      </p:sp>
    </p:spTree>
    <p:extLst>
      <p:ext uri="{BB962C8B-B14F-4D97-AF65-F5344CB8AC3E}">
        <p14:creationId xmlns:p14="http://schemas.microsoft.com/office/powerpoint/2010/main" val="925217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B122F4-5966-62D2-B7CA-232F5EC7D0E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0A563C4-9DB2-BD50-9250-AC197AABB1D5}"/>
              </a:ext>
            </a:extLst>
          </p:cNvPr>
          <p:cNvSpPr>
            <a:spLocks noGrp="1"/>
          </p:cNvSpPr>
          <p:nvPr>
            <p:ph type="dt" sz="half" idx="10"/>
          </p:nvPr>
        </p:nvSpPr>
        <p:spPr/>
        <p:txBody>
          <a:bodyPr/>
          <a:lstStyle/>
          <a:p>
            <a:fld id="{093EC111-228E-2041-82D2-9BCC1F1FE59B}" type="datetime1">
              <a:rPr kumimoji="1" lang="ja-JP" altLang="en-US" smtClean="0"/>
              <a:t>2026/5/14</a:t>
            </a:fld>
            <a:endParaRPr kumimoji="1" lang="ja-JP" altLang="en-US"/>
          </a:p>
        </p:txBody>
      </p:sp>
      <p:sp>
        <p:nvSpPr>
          <p:cNvPr id="4" name="フッター プレースホルダー 3">
            <a:extLst>
              <a:ext uri="{FF2B5EF4-FFF2-40B4-BE49-F238E27FC236}">
                <a16:creationId xmlns:a16="http://schemas.microsoft.com/office/drawing/2014/main" id="{ADA11165-31B5-F3BC-21E2-2E99B1A1DDC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EBB8802-079A-72E0-5DC2-630AECAB1734}"/>
              </a:ext>
            </a:extLst>
          </p:cNvPr>
          <p:cNvSpPr>
            <a:spLocks noGrp="1"/>
          </p:cNvSpPr>
          <p:nvPr>
            <p:ph type="sldNum" sz="quarter" idx="12"/>
          </p:nvPr>
        </p:nvSpPr>
        <p:spPr>
          <a:xfrm>
            <a:off x="8610600" y="6356350"/>
            <a:ext cx="2743200" cy="365125"/>
          </a:xfrm>
          <a:prstGeom prst="rect">
            <a:avLst/>
          </a:prstGeom>
        </p:spPr>
        <p:txBody>
          <a:bodyPr/>
          <a:lstStyle/>
          <a:p>
            <a:fld id="{04E7AF0F-8B91-3549-8924-F7BFCDCBF3A4}" type="slidenum">
              <a:rPr kumimoji="1" lang="ja-JP" altLang="en-US" smtClean="0"/>
              <a:t>‹#›</a:t>
            </a:fld>
            <a:endParaRPr kumimoji="1" lang="ja-JP" altLang="en-US"/>
          </a:p>
        </p:txBody>
      </p:sp>
    </p:spTree>
    <p:extLst>
      <p:ext uri="{BB962C8B-B14F-4D97-AF65-F5344CB8AC3E}">
        <p14:creationId xmlns:p14="http://schemas.microsoft.com/office/powerpoint/2010/main" val="3904144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F3FC9A9-0807-BBDD-CA51-A6E20CA76E5F}"/>
              </a:ext>
            </a:extLst>
          </p:cNvPr>
          <p:cNvSpPr>
            <a:spLocks noGrp="1"/>
          </p:cNvSpPr>
          <p:nvPr>
            <p:ph type="dt" sz="half" idx="10"/>
          </p:nvPr>
        </p:nvSpPr>
        <p:spPr/>
        <p:txBody>
          <a:bodyPr/>
          <a:lstStyle/>
          <a:p>
            <a:fld id="{6FDFEBA2-4A26-6A47-AFED-9C4FDDD086FF}" type="datetime1">
              <a:rPr kumimoji="1" lang="ja-JP" altLang="en-US" smtClean="0"/>
              <a:t>2026/5/14</a:t>
            </a:fld>
            <a:endParaRPr kumimoji="1" lang="ja-JP" altLang="en-US"/>
          </a:p>
        </p:txBody>
      </p:sp>
      <p:sp>
        <p:nvSpPr>
          <p:cNvPr id="3" name="フッター プレースホルダー 2">
            <a:extLst>
              <a:ext uri="{FF2B5EF4-FFF2-40B4-BE49-F238E27FC236}">
                <a16:creationId xmlns:a16="http://schemas.microsoft.com/office/drawing/2014/main" id="{A330E1EE-322A-95B4-6F5D-CD9672B91E7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B2B49A8-A772-61D8-165F-65F2EE0C652C}"/>
              </a:ext>
            </a:extLst>
          </p:cNvPr>
          <p:cNvSpPr>
            <a:spLocks noGrp="1"/>
          </p:cNvSpPr>
          <p:nvPr>
            <p:ph type="sldNum" sz="quarter" idx="12"/>
          </p:nvPr>
        </p:nvSpPr>
        <p:spPr>
          <a:xfrm>
            <a:off x="8610600" y="6356350"/>
            <a:ext cx="2743200" cy="365125"/>
          </a:xfrm>
          <a:prstGeom prst="rect">
            <a:avLst/>
          </a:prstGeom>
        </p:spPr>
        <p:txBody>
          <a:bodyPr/>
          <a:lstStyle/>
          <a:p>
            <a:fld id="{04E7AF0F-8B91-3549-8924-F7BFCDCBF3A4}" type="slidenum">
              <a:rPr kumimoji="1" lang="ja-JP" altLang="en-US" smtClean="0"/>
              <a:t>‹#›</a:t>
            </a:fld>
            <a:endParaRPr kumimoji="1" lang="ja-JP" altLang="en-US"/>
          </a:p>
        </p:txBody>
      </p:sp>
    </p:spTree>
    <p:extLst>
      <p:ext uri="{BB962C8B-B14F-4D97-AF65-F5344CB8AC3E}">
        <p14:creationId xmlns:p14="http://schemas.microsoft.com/office/powerpoint/2010/main" val="2538202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6B1601-EDB3-A772-4F1D-A3BC1D2AFB0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A537F9F-9BA9-4AF2-85A4-662645750A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8A054D2-6D11-6846-74F5-B74E00D17A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36AF977-33BA-DB6C-E3D6-53C45DCB979F}"/>
              </a:ext>
            </a:extLst>
          </p:cNvPr>
          <p:cNvSpPr>
            <a:spLocks noGrp="1"/>
          </p:cNvSpPr>
          <p:nvPr>
            <p:ph type="dt" sz="half" idx="10"/>
          </p:nvPr>
        </p:nvSpPr>
        <p:spPr/>
        <p:txBody>
          <a:bodyPr/>
          <a:lstStyle/>
          <a:p>
            <a:fld id="{CE318D1A-5FD3-3646-AB2F-2E22AF7CB655}" type="datetime1">
              <a:rPr kumimoji="1" lang="ja-JP" altLang="en-US" smtClean="0"/>
              <a:t>2026/5/14</a:t>
            </a:fld>
            <a:endParaRPr kumimoji="1" lang="ja-JP" altLang="en-US"/>
          </a:p>
        </p:txBody>
      </p:sp>
      <p:sp>
        <p:nvSpPr>
          <p:cNvPr id="6" name="フッター プレースホルダー 5">
            <a:extLst>
              <a:ext uri="{FF2B5EF4-FFF2-40B4-BE49-F238E27FC236}">
                <a16:creationId xmlns:a16="http://schemas.microsoft.com/office/drawing/2014/main" id="{7BAE5C3D-8F96-B3E5-380F-4A330E8D135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C8E61AA-740C-1132-6721-9164607AFDB0}"/>
              </a:ext>
            </a:extLst>
          </p:cNvPr>
          <p:cNvSpPr>
            <a:spLocks noGrp="1"/>
          </p:cNvSpPr>
          <p:nvPr>
            <p:ph type="sldNum" sz="quarter" idx="12"/>
          </p:nvPr>
        </p:nvSpPr>
        <p:spPr>
          <a:xfrm>
            <a:off x="8610600" y="6356350"/>
            <a:ext cx="2743200" cy="365125"/>
          </a:xfrm>
          <a:prstGeom prst="rect">
            <a:avLst/>
          </a:prstGeom>
        </p:spPr>
        <p:txBody>
          <a:bodyPr/>
          <a:lstStyle/>
          <a:p>
            <a:fld id="{04E7AF0F-8B91-3549-8924-F7BFCDCBF3A4}" type="slidenum">
              <a:rPr kumimoji="1" lang="ja-JP" altLang="en-US" smtClean="0"/>
              <a:t>‹#›</a:t>
            </a:fld>
            <a:endParaRPr kumimoji="1" lang="ja-JP" altLang="en-US"/>
          </a:p>
        </p:txBody>
      </p:sp>
    </p:spTree>
    <p:extLst>
      <p:ext uri="{BB962C8B-B14F-4D97-AF65-F5344CB8AC3E}">
        <p14:creationId xmlns:p14="http://schemas.microsoft.com/office/powerpoint/2010/main" val="1384992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3145AF-272B-281A-68E4-76A6C1D30B4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6CB9F3F-7EE8-A6C7-91EF-E30E4B0B96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64520D50-3480-6BA1-AD9C-D2E9A6A49A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161201A-654A-9A10-389E-47716D078F98}"/>
              </a:ext>
            </a:extLst>
          </p:cNvPr>
          <p:cNvSpPr>
            <a:spLocks noGrp="1"/>
          </p:cNvSpPr>
          <p:nvPr>
            <p:ph type="dt" sz="half" idx="10"/>
          </p:nvPr>
        </p:nvSpPr>
        <p:spPr/>
        <p:txBody>
          <a:bodyPr/>
          <a:lstStyle/>
          <a:p>
            <a:fld id="{C51CB959-C512-1340-99FB-72245C75DEE0}" type="datetime1">
              <a:rPr kumimoji="1" lang="ja-JP" altLang="en-US" smtClean="0"/>
              <a:t>2026/5/14</a:t>
            </a:fld>
            <a:endParaRPr kumimoji="1" lang="ja-JP" altLang="en-US"/>
          </a:p>
        </p:txBody>
      </p:sp>
      <p:sp>
        <p:nvSpPr>
          <p:cNvPr id="6" name="フッター プレースホルダー 5">
            <a:extLst>
              <a:ext uri="{FF2B5EF4-FFF2-40B4-BE49-F238E27FC236}">
                <a16:creationId xmlns:a16="http://schemas.microsoft.com/office/drawing/2014/main" id="{82944FE6-46B9-7DD2-CC2F-BE494EAF2CC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CB55349-4B07-CD5B-A0A0-36C768FB609E}"/>
              </a:ext>
            </a:extLst>
          </p:cNvPr>
          <p:cNvSpPr>
            <a:spLocks noGrp="1"/>
          </p:cNvSpPr>
          <p:nvPr>
            <p:ph type="sldNum" sz="quarter" idx="12"/>
          </p:nvPr>
        </p:nvSpPr>
        <p:spPr>
          <a:xfrm>
            <a:off x="8610600" y="6356350"/>
            <a:ext cx="2743200" cy="365125"/>
          </a:xfrm>
          <a:prstGeom prst="rect">
            <a:avLst/>
          </a:prstGeom>
        </p:spPr>
        <p:txBody>
          <a:bodyPr/>
          <a:lstStyle/>
          <a:p>
            <a:fld id="{04E7AF0F-8B91-3549-8924-F7BFCDCBF3A4}" type="slidenum">
              <a:rPr kumimoji="1" lang="ja-JP" altLang="en-US" smtClean="0"/>
              <a:t>‹#›</a:t>
            </a:fld>
            <a:endParaRPr kumimoji="1" lang="ja-JP" altLang="en-US"/>
          </a:p>
        </p:txBody>
      </p:sp>
    </p:spTree>
    <p:extLst>
      <p:ext uri="{BB962C8B-B14F-4D97-AF65-F5344CB8AC3E}">
        <p14:creationId xmlns:p14="http://schemas.microsoft.com/office/powerpoint/2010/main" val="57541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FFF1C8-CE11-36E5-E82E-75A6E85B71E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FE7F999-8297-DC35-D42A-7A46EB84AB3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C5A2447-EE0B-33FE-C5F2-A8626B86FFF6}"/>
              </a:ext>
            </a:extLst>
          </p:cNvPr>
          <p:cNvSpPr>
            <a:spLocks noGrp="1"/>
          </p:cNvSpPr>
          <p:nvPr>
            <p:ph type="dt" sz="half" idx="10"/>
          </p:nvPr>
        </p:nvSpPr>
        <p:spPr/>
        <p:txBody>
          <a:bodyPr/>
          <a:lstStyle/>
          <a:p>
            <a:fld id="{5F76FADD-1DC5-224E-9FBF-22600C486871}" type="datetime1">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6A3910B0-51A1-E0FD-0F02-754207E26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9DC7B6A-1488-1ED8-3C10-962F21237BF8}"/>
              </a:ext>
            </a:extLst>
          </p:cNvPr>
          <p:cNvSpPr>
            <a:spLocks noGrp="1"/>
          </p:cNvSpPr>
          <p:nvPr>
            <p:ph type="sldNum" sz="quarter" idx="12"/>
          </p:nvPr>
        </p:nvSpPr>
        <p:spPr>
          <a:xfrm>
            <a:off x="8610600" y="6356350"/>
            <a:ext cx="2743200" cy="365125"/>
          </a:xfrm>
          <a:prstGeom prst="rect">
            <a:avLst/>
          </a:prstGeom>
        </p:spPr>
        <p:txBody>
          <a:bodyPr/>
          <a:lstStyle/>
          <a:p>
            <a:fld id="{04E7AF0F-8B91-3549-8924-F7BFCDCBF3A4}" type="slidenum">
              <a:rPr kumimoji="1" lang="ja-JP" altLang="en-US" smtClean="0"/>
              <a:t>‹#›</a:t>
            </a:fld>
            <a:endParaRPr kumimoji="1" lang="ja-JP" altLang="en-US"/>
          </a:p>
        </p:txBody>
      </p:sp>
    </p:spTree>
    <p:extLst>
      <p:ext uri="{BB962C8B-B14F-4D97-AF65-F5344CB8AC3E}">
        <p14:creationId xmlns:p14="http://schemas.microsoft.com/office/powerpoint/2010/main" val="3166939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0644587-E793-17B6-7280-3F957A31D6D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EB96ED6-3D80-4A6D-C9B7-E1C6E4ADB04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5ECA0F-5906-C652-938F-257C4D93687A}"/>
              </a:ext>
            </a:extLst>
          </p:cNvPr>
          <p:cNvSpPr>
            <a:spLocks noGrp="1"/>
          </p:cNvSpPr>
          <p:nvPr>
            <p:ph type="dt" sz="half" idx="10"/>
          </p:nvPr>
        </p:nvSpPr>
        <p:spPr/>
        <p:txBody>
          <a:bodyPr/>
          <a:lstStyle/>
          <a:p>
            <a:fld id="{014642A6-3BF7-304C-AAE4-5ACC4241248D}" type="datetime1">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A1BBCE01-33B4-7390-5920-828A362BBA7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F3BE552-2200-8BE4-6B88-48ABBC376DB4}"/>
              </a:ext>
            </a:extLst>
          </p:cNvPr>
          <p:cNvSpPr>
            <a:spLocks noGrp="1"/>
          </p:cNvSpPr>
          <p:nvPr>
            <p:ph type="sldNum" sz="quarter" idx="12"/>
          </p:nvPr>
        </p:nvSpPr>
        <p:spPr>
          <a:xfrm>
            <a:off x="8610600" y="6356350"/>
            <a:ext cx="2743200" cy="365125"/>
          </a:xfrm>
          <a:prstGeom prst="rect">
            <a:avLst/>
          </a:prstGeom>
        </p:spPr>
        <p:txBody>
          <a:bodyPr/>
          <a:lstStyle/>
          <a:p>
            <a:fld id="{04E7AF0F-8B91-3549-8924-F7BFCDCBF3A4}" type="slidenum">
              <a:rPr kumimoji="1" lang="ja-JP" altLang="en-US" smtClean="0"/>
              <a:t>‹#›</a:t>
            </a:fld>
            <a:endParaRPr kumimoji="1" lang="ja-JP" altLang="en-US"/>
          </a:p>
        </p:txBody>
      </p:sp>
    </p:spTree>
    <p:extLst>
      <p:ext uri="{BB962C8B-B14F-4D97-AF65-F5344CB8AC3E}">
        <p14:creationId xmlns:p14="http://schemas.microsoft.com/office/powerpoint/2010/main" val="2240393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DE8FC41-9E39-FE72-D6DE-10A9D7EDC0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FEF5BF1-FC23-7D22-803A-9E29DC3856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4" name="日付プレースホルダー 3">
            <a:extLst>
              <a:ext uri="{FF2B5EF4-FFF2-40B4-BE49-F238E27FC236}">
                <a16:creationId xmlns:a16="http://schemas.microsoft.com/office/drawing/2014/main" id="{0F6E55E1-FBA0-5EA2-D546-1533305F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1D439-38C0-A541-8E09-8E988C6B610E}" type="datetime1">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50C39BD2-FE2C-1D1A-F5BB-3D65FBA0F2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7" name="スライド番号プレースホルダー 6">
            <a:extLst>
              <a:ext uri="{FF2B5EF4-FFF2-40B4-BE49-F238E27FC236}">
                <a16:creationId xmlns:a16="http://schemas.microsoft.com/office/drawing/2014/main" id="{37F727B5-DD5A-A7A8-2AF4-EF640FFB90DB}"/>
              </a:ext>
            </a:extLst>
          </p:cNvPr>
          <p:cNvSpPr>
            <a:spLocks noGrp="1"/>
          </p:cNvSpPr>
          <p:nvPr>
            <p:ph type="sldNum" sz="quarter" idx="4"/>
          </p:nvPr>
        </p:nvSpPr>
        <p:spPr>
          <a:xfrm>
            <a:off x="9114600" y="630387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E7AF0F-8B91-3549-8924-F7BFCDCBF3A4}" type="slidenum">
              <a:rPr kumimoji="1" lang="ja-JP" altLang="en-US" smtClean="0"/>
              <a:t>‹#›</a:t>
            </a:fld>
            <a:endParaRPr kumimoji="1" lang="ja-JP" altLang="en-US"/>
          </a:p>
        </p:txBody>
      </p:sp>
    </p:spTree>
    <p:extLst>
      <p:ext uri="{BB962C8B-B14F-4D97-AF65-F5344CB8AC3E}">
        <p14:creationId xmlns:p14="http://schemas.microsoft.com/office/powerpoint/2010/main" val="35975809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90E3C9-7D97-7D1D-94CB-840D8D23A405}"/>
              </a:ext>
            </a:extLst>
          </p:cNvPr>
          <p:cNvSpPr>
            <a:spLocks noGrp="1"/>
          </p:cNvSpPr>
          <p:nvPr>
            <p:ph type="ctrTitle"/>
          </p:nvPr>
        </p:nvSpPr>
        <p:spPr/>
        <p:txBody>
          <a:bodyPr/>
          <a:lstStyle/>
          <a:p>
            <a:r>
              <a:rPr kumimoji="1" lang="ja-JP" altLang="en-US"/>
              <a:t>進捗報告</a:t>
            </a:r>
            <a:r>
              <a:rPr kumimoji="1" lang="en-US" altLang="ja-JP" dirty="0"/>
              <a:t>13</a:t>
            </a:r>
            <a:endParaRPr kumimoji="1" lang="ja-JP" altLang="en-US"/>
          </a:p>
        </p:txBody>
      </p:sp>
      <p:sp>
        <p:nvSpPr>
          <p:cNvPr id="3" name="字幕 2">
            <a:extLst>
              <a:ext uri="{FF2B5EF4-FFF2-40B4-BE49-F238E27FC236}">
                <a16:creationId xmlns:a16="http://schemas.microsoft.com/office/drawing/2014/main" id="{BB2F7225-9CF0-3A54-7A7C-85E17068C611}"/>
              </a:ext>
            </a:extLst>
          </p:cNvPr>
          <p:cNvSpPr>
            <a:spLocks noGrp="1"/>
          </p:cNvSpPr>
          <p:nvPr>
            <p:ph type="subTitle" idx="1"/>
          </p:nvPr>
        </p:nvSpPr>
        <p:spPr/>
        <p:txBody>
          <a:bodyPr/>
          <a:lstStyle/>
          <a:p>
            <a:r>
              <a:rPr kumimoji="1" lang="en-US" altLang="ja-JP" dirty="0"/>
              <a:t>2026/05/14</a:t>
            </a:r>
          </a:p>
          <a:p>
            <a:r>
              <a:rPr lang="en-US" altLang="ja-JP" dirty="0"/>
              <a:t>M2 6325533 </a:t>
            </a:r>
            <a:r>
              <a:rPr lang="ja-JP" altLang="en-US"/>
              <a:t>中本華琳</a:t>
            </a:r>
            <a:endParaRPr kumimoji="1" lang="ja-JP" altLang="en-US"/>
          </a:p>
        </p:txBody>
      </p:sp>
      <p:sp>
        <p:nvSpPr>
          <p:cNvPr id="4" name="スライド番号プレースホルダー 3">
            <a:extLst>
              <a:ext uri="{FF2B5EF4-FFF2-40B4-BE49-F238E27FC236}">
                <a16:creationId xmlns:a16="http://schemas.microsoft.com/office/drawing/2014/main" id="{B996DAD3-C012-E49C-83B6-D0AA6D681E6D}"/>
              </a:ext>
            </a:extLst>
          </p:cNvPr>
          <p:cNvSpPr>
            <a:spLocks noGrp="1"/>
          </p:cNvSpPr>
          <p:nvPr>
            <p:ph type="sldNum" sz="quarter" idx="12"/>
          </p:nvPr>
        </p:nvSpPr>
        <p:spPr/>
        <p:txBody>
          <a:bodyPr/>
          <a:lstStyle/>
          <a:p>
            <a:fld id="{04E7AF0F-8B91-3549-8924-F7BFCDCBF3A4}" type="slidenum">
              <a:rPr kumimoji="1" lang="ja-JP" altLang="en-US" smtClean="0"/>
              <a:t>1</a:t>
            </a:fld>
            <a:endParaRPr kumimoji="1" lang="ja-JP" altLang="en-US"/>
          </a:p>
        </p:txBody>
      </p:sp>
    </p:spTree>
    <p:extLst>
      <p:ext uri="{BB962C8B-B14F-4D97-AF65-F5344CB8AC3E}">
        <p14:creationId xmlns:p14="http://schemas.microsoft.com/office/powerpoint/2010/main" val="1420353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0CAC58-9ACB-F8F4-6FB3-3110C51CBBF9}"/>
              </a:ext>
            </a:extLst>
          </p:cNvPr>
          <p:cNvSpPr>
            <a:spLocks noGrp="1"/>
          </p:cNvSpPr>
          <p:nvPr>
            <p:ph type="title"/>
          </p:nvPr>
        </p:nvSpPr>
        <p:spPr/>
        <p:txBody>
          <a:bodyPr/>
          <a:lstStyle/>
          <a:p>
            <a:r>
              <a:rPr kumimoji="1" lang="ja-JP" altLang="en-US"/>
              <a:t>研究テーマ</a:t>
            </a:r>
          </a:p>
        </p:txBody>
      </p:sp>
      <p:sp>
        <p:nvSpPr>
          <p:cNvPr id="3" name="コンテンツ プレースホルダー 2">
            <a:extLst>
              <a:ext uri="{FF2B5EF4-FFF2-40B4-BE49-F238E27FC236}">
                <a16:creationId xmlns:a16="http://schemas.microsoft.com/office/drawing/2014/main" id="{B23E7287-97F9-87EC-71EF-81BAD3C66AE1}"/>
              </a:ext>
            </a:extLst>
          </p:cNvPr>
          <p:cNvSpPr>
            <a:spLocks noGrp="1"/>
          </p:cNvSpPr>
          <p:nvPr>
            <p:ph idx="1"/>
          </p:nvPr>
        </p:nvSpPr>
        <p:spPr/>
        <p:txBody>
          <a:bodyPr/>
          <a:lstStyle/>
          <a:p>
            <a:r>
              <a:rPr lang="ja-JP" altLang="en-US"/>
              <a:t>キャラクター画像から衣装構造、布素材の推定</a:t>
            </a:r>
            <a:endParaRPr lang="en-US" altLang="ja-JP" dirty="0"/>
          </a:p>
          <a:p>
            <a:pPr lvl="1"/>
            <a:r>
              <a:rPr lang="ja-JP" altLang="en-US"/>
              <a:t>布素材推定を優先的に進める</a:t>
            </a:r>
            <a:endParaRPr lang="en-US" altLang="ja-JP" dirty="0"/>
          </a:p>
          <a:p>
            <a:pPr marL="0" indent="0">
              <a:buNone/>
            </a:pPr>
            <a:endParaRPr kumimoji="1" lang="ja-JP" altLang="en-US"/>
          </a:p>
        </p:txBody>
      </p:sp>
      <p:sp>
        <p:nvSpPr>
          <p:cNvPr id="4" name="スライド番号プレースホルダー 3">
            <a:extLst>
              <a:ext uri="{FF2B5EF4-FFF2-40B4-BE49-F238E27FC236}">
                <a16:creationId xmlns:a16="http://schemas.microsoft.com/office/drawing/2014/main" id="{18E99BF5-8D11-BE3C-E382-3DA213C49C23}"/>
              </a:ext>
            </a:extLst>
          </p:cNvPr>
          <p:cNvSpPr>
            <a:spLocks noGrp="1"/>
          </p:cNvSpPr>
          <p:nvPr>
            <p:ph type="sldNum" sz="quarter" idx="12"/>
          </p:nvPr>
        </p:nvSpPr>
        <p:spPr/>
        <p:txBody>
          <a:bodyPr/>
          <a:lstStyle/>
          <a:p>
            <a:fld id="{04E7AF0F-8B91-3549-8924-F7BFCDCBF3A4}" type="slidenum">
              <a:rPr kumimoji="1" lang="ja-JP" altLang="en-US" smtClean="0"/>
              <a:t>2</a:t>
            </a:fld>
            <a:endParaRPr kumimoji="1" lang="ja-JP" altLang="en-US"/>
          </a:p>
        </p:txBody>
      </p:sp>
    </p:spTree>
    <p:extLst>
      <p:ext uri="{BB962C8B-B14F-4D97-AF65-F5344CB8AC3E}">
        <p14:creationId xmlns:p14="http://schemas.microsoft.com/office/powerpoint/2010/main" val="1781522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8707A1-A79D-E294-E5BE-8CB71F894AD1}"/>
              </a:ext>
            </a:extLst>
          </p:cNvPr>
          <p:cNvSpPr>
            <a:spLocks noGrp="1"/>
          </p:cNvSpPr>
          <p:nvPr>
            <p:ph type="title"/>
          </p:nvPr>
        </p:nvSpPr>
        <p:spPr/>
        <p:txBody>
          <a:bodyPr/>
          <a:lstStyle/>
          <a:p>
            <a:r>
              <a:rPr kumimoji="1" lang="ja-JP" altLang="en-US"/>
              <a:t>推定方法</a:t>
            </a:r>
          </a:p>
        </p:txBody>
      </p:sp>
      <p:sp>
        <p:nvSpPr>
          <p:cNvPr id="3" name="コンテンツ プレースホルダー 2">
            <a:extLst>
              <a:ext uri="{FF2B5EF4-FFF2-40B4-BE49-F238E27FC236}">
                <a16:creationId xmlns:a16="http://schemas.microsoft.com/office/drawing/2014/main" id="{81190FCE-54D1-017D-C95F-25BE0B06C1C4}"/>
              </a:ext>
            </a:extLst>
          </p:cNvPr>
          <p:cNvSpPr>
            <a:spLocks noGrp="1"/>
          </p:cNvSpPr>
          <p:nvPr>
            <p:ph idx="1"/>
          </p:nvPr>
        </p:nvSpPr>
        <p:spPr/>
        <p:txBody>
          <a:bodyPr/>
          <a:lstStyle/>
          <a:p>
            <a:r>
              <a:rPr kumimoji="1" lang="ja-JP" altLang="en-US"/>
              <a:t>最初から素材名分類よりも属性推定から素材を特定する</a:t>
            </a:r>
            <a:endParaRPr kumimoji="1" lang="en-US" altLang="ja-JP" dirty="0"/>
          </a:p>
          <a:p>
            <a:endParaRPr lang="en-US" altLang="ja-JP" dirty="0"/>
          </a:p>
          <a:p>
            <a:r>
              <a:rPr kumimoji="1" lang="ja-JP" altLang="en-US"/>
              <a:t>例：</a:t>
            </a:r>
            <a:endParaRPr kumimoji="1" lang="en-US" altLang="ja-JP" dirty="0"/>
          </a:p>
          <a:p>
            <a:pPr lvl="1"/>
            <a:r>
              <a:rPr lang="ja-JP" altLang="en-US"/>
              <a:t>光沢感</a:t>
            </a:r>
            <a:endParaRPr lang="en-US" altLang="ja-JP" dirty="0"/>
          </a:p>
          <a:p>
            <a:pPr lvl="1"/>
            <a:r>
              <a:rPr lang="ja-JP" altLang="en-US"/>
              <a:t>しわの強さ</a:t>
            </a:r>
            <a:endParaRPr lang="en-US" altLang="ja-JP" dirty="0"/>
          </a:p>
          <a:p>
            <a:pPr lvl="1"/>
            <a:r>
              <a:rPr kumimoji="1" lang="ja-JP" altLang="en-US"/>
              <a:t>硬さ</a:t>
            </a:r>
            <a:endParaRPr kumimoji="1" lang="en-US" altLang="ja-JP" dirty="0"/>
          </a:p>
          <a:p>
            <a:pPr lvl="1"/>
            <a:r>
              <a:rPr lang="ja-JP" altLang="en-US"/>
              <a:t>厚み</a:t>
            </a:r>
            <a:endParaRPr lang="en-US" altLang="ja-JP" dirty="0"/>
          </a:p>
          <a:p>
            <a:pPr lvl="1"/>
            <a:r>
              <a:rPr kumimoji="1" lang="ja-JP" altLang="en-US"/>
              <a:t>反射特性</a:t>
            </a:r>
            <a:endParaRPr kumimoji="1" lang="en-US" altLang="ja-JP" dirty="0"/>
          </a:p>
          <a:p>
            <a:pPr lvl="1"/>
            <a:r>
              <a:rPr lang="ja-JP" altLang="en-US"/>
              <a:t>毛羽立ち</a:t>
            </a:r>
            <a:endParaRPr lang="en-US" altLang="ja-JP" dirty="0"/>
          </a:p>
          <a:p>
            <a:pPr lvl="1"/>
            <a:r>
              <a:rPr kumimoji="1" lang="ja-JP" altLang="en-US"/>
              <a:t>透明感</a:t>
            </a:r>
          </a:p>
        </p:txBody>
      </p:sp>
      <p:sp>
        <p:nvSpPr>
          <p:cNvPr id="4" name="スライド番号プレースホルダー 3">
            <a:extLst>
              <a:ext uri="{FF2B5EF4-FFF2-40B4-BE49-F238E27FC236}">
                <a16:creationId xmlns:a16="http://schemas.microsoft.com/office/drawing/2014/main" id="{C95D74E1-3289-BC3A-2950-C058AC7DFDF3}"/>
              </a:ext>
            </a:extLst>
          </p:cNvPr>
          <p:cNvSpPr>
            <a:spLocks noGrp="1"/>
          </p:cNvSpPr>
          <p:nvPr>
            <p:ph type="sldNum" sz="quarter" idx="12"/>
          </p:nvPr>
        </p:nvSpPr>
        <p:spPr/>
        <p:txBody>
          <a:bodyPr/>
          <a:lstStyle/>
          <a:p>
            <a:fld id="{04E7AF0F-8B91-3549-8924-F7BFCDCBF3A4}" type="slidenum">
              <a:rPr kumimoji="1" lang="ja-JP" altLang="en-US" smtClean="0"/>
              <a:t>3</a:t>
            </a:fld>
            <a:endParaRPr kumimoji="1" lang="ja-JP" altLang="en-US"/>
          </a:p>
        </p:txBody>
      </p:sp>
    </p:spTree>
    <p:extLst>
      <p:ext uri="{BB962C8B-B14F-4D97-AF65-F5344CB8AC3E}">
        <p14:creationId xmlns:p14="http://schemas.microsoft.com/office/powerpoint/2010/main" val="3690398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8069EE5-49FA-18B5-D0C2-91318EBD0232}"/>
              </a:ext>
            </a:extLst>
          </p:cNvPr>
          <p:cNvSpPr>
            <a:spLocks noGrp="1"/>
          </p:cNvSpPr>
          <p:nvPr>
            <p:ph idx="1"/>
          </p:nvPr>
        </p:nvSpPr>
        <p:spPr>
          <a:xfrm>
            <a:off x="838200" y="708660"/>
            <a:ext cx="10515600" cy="5172430"/>
          </a:xfrm>
        </p:spPr>
        <p:txBody>
          <a:bodyPr/>
          <a:lstStyle/>
          <a:p>
            <a:r>
              <a:rPr kumimoji="1" lang="ja-JP" altLang="en-US"/>
              <a:t>イラストは</a:t>
            </a:r>
            <a:r>
              <a:rPr lang="ja-JP" altLang="en-US"/>
              <a:t>〇〇っぽいという“素材の特徴”は残りやすい</a:t>
            </a:r>
            <a:endParaRPr kumimoji="1" lang="en-US" altLang="ja-JP" dirty="0"/>
          </a:p>
          <a:p>
            <a:endParaRPr lang="en-US" altLang="ja-JP" dirty="0"/>
          </a:p>
          <a:p>
            <a:r>
              <a:rPr lang="ja-JP" altLang="en-US"/>
              <a:t>ビジョンランゲージモデル（</a:t>
            </a:r>
            <a:r>
              <a:rPr lang="en-US" altLang="ja-JP" dirty="0"/>
              <a:t>VLM</a:t>
            </a:r>
            <a:r>
              <a:rPr lang="ja-JP" altLang="en-US"/>
              <a:t>）で推定を行い、どこを見て判断したのかを</a:t>
            </a:r>
            <a:r>
              <a:rPr lang="en-US" altLang="ja-JP" dirty="0"/>
              <a:t>Grad-CAM</a:t>
            </a:r>
            <a:r>
              <a:rPr lang="ja-JP" altLang="en-US"/>
              <a:t>を用いて視覚化する</a:t>
            </a:r>
            <a:endParaRPr lang="en-US" altLang="ja-JP" dirty="0"/>
          </a:p>
          <a:p>
            <a:pPr marL="0" indent="0">
              <a:buNone/>
            </a:pPr>
            <a:endParaRPr kumimoji="1" lang="ja-JP" altLang="en-US"/>
          </a:p>
        </p:txBody>
      </p:sp>
      <p:sp>
        <p:nvSpPr>
          <p:cNvPr id="4" name="スライド番号プレースホルダー 3">
            <a:extLst>
              <a:ext uri="{FF2B5EF4-FFF2-40B4-BE49-F238E27FC236}">
                <a16:creationId xmlns:a16="http://schemas.microsoft.com/office/drawing/2014/main" id="{E7AA6764-6682-D5C6-7D55-7196327E985C}"/>
              </a:ext>
            </a:extLst>
          </p:cNvPr>
          <p:cNvSpPr>
            <a:spLocks noGrp="1"/>
          </p:cNvSpPr>
          <p:nvPr>
            <p:ph type="sldNum" sz="quarter" idx="12"/>
          </p:nvPr>
        </p:nvSpPr>
        <p:spPr/>
        <p:txBody>
          <a:bodyPr/>
          <a:lstStyle/>
          <a:p>
            <a:fld id="{04E7AF0F-8B91-3549-8924-F7BFCDCBF3A4}" type="slidenum">
              <a:rPr kumimoji="1" lang="ja-JP" altLang="en-US" smtClean="0"/>
              <a:t>4</a:t>
            </a:fld>
            <a:endParaRPr kumimoji="1" lang="ja-JP" altLang="en-US"/>
          </a:p>
        </p:txBody>
      </p:sp>
    </p:spTree>
    <p:extLst>
      <p:ext uri="{BB962C8B-B14F-4D97-AF65-F5344CB8AC3E}">
        <p14:creationId xmlns:p14="http://schemas.microsoft.com/office/powerpoint/2010/main" val="745276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2A6D83-FE1B-EFE8-E2C9-BAB76777E306}"/>
              </a:ext>
            </a:extLst>
          </p:cNvPr>
          <p:cNvSpPr>
            <a:spLocks noGrp="1"/>
          </p:cNvSpPr>
          <p:nvPr>
            <p:ph type="title"/>
          </p:nvPr>
        </p:nvSpPr>
        <p:spPr/>
        <p:txBody>
          <a:bodyPr/>
          <a:lstStyle/>
          <a:p>
            <a:r>
              <a:rPr kumimoji="1" lang="en-US" altLang="ja-JP" dirty="0"/>
              <a:t>VLM</a:t>
            </a:r>
            <a:endParaRPr kumimoji="1" lang="ja-JP" altLang="en-US"/>
          </a:p>
        </p:txBody>
      </p:sp>
      <p:sp>
        <p:nvSpPr>
          <p:cNvPr id="3" name="コンテンツ プレースホルダー 2">
            <a:extLst>
              <a:ext uri="{FF2B5EF4-FFF2-40B4-BE49-F238E27FC236}">
                <a16:creationId xmlns:a16="http://schemas.microsoft.com/office/drawing/2014/main" id="{8FA38653-FBEB-CA84-07D5-974607B2F5CA}"/>
              </a:ext>
            </a:extLst>
          </p:cNvPr>
          <p:cNvSpPr>
            <a:spLocks noGrp="1"/>
          </p:cNvSpPr>
          <p:nvPr>
            <p:ph idx="1"/>
          </p:nvPr>
        </p:nvSpPr>
        <p:spPr/>
        <p:txBody>
          <a:bodyPr/>
          <a:lstStyle/>
          <a:p>
            <a:r>
              <a:rPr lang="ja-JP" altLang="en-US"/>
              <a:t>視覚情報と言語情報の相互関係を取り扱う</a:t>
            </a:r>
            <a:r>
              <a:rPr lang="en-US" altLang="ja-JP" dirty="0"/>
              <a:t>AI</a:t>
            </a:r>
            <a:r>
              <a:rPr lang="ja-JP" altLang="en-US"/>
              <a:t>モデル</a:t>
            </a:r>
            <a:endParaRPr kumimoji="1" lang="ja-JP" altLang="en-US"/>
          </a:p>
        </p:txBody>
      </p:sp>
      <p:pic>
        <p:nvPicPr>
          <p:cNvPr id="4" name="図 3">
            <a:extLst>
              <a:ext uri="{FF2B5EF4-FFF2-40B4-BE49-F238E27FC236}">
                <a16:creationId xmlns:a16="http://schemas.microsoft.com/office/drawing/2014/main" id="{DF9B0C96-FFE9-E156-BB96-6A5CD1B570C3}"/>
              </a:ext>
            </a:extLst>
          </p:cNvPr>
          <p:cNvPicPr>
            <a:picLocks noChangeAspect="1"/>
          </p:cNvPicPr>
          <p:nvPr/>
        </p:nvPicPr>
        <p:blipFill>
          <a:blip r:embed="rId2"/>
          <a:stretch>
            <a:fillRect/>
          </a:stretch>
        </p:blipFill>
        <p:spPr>
          <a:xfrm>
            <a:off x="2882275" y="2353871"/>
            <a:ext cx="6427449" cy="3213725"/>
          </a:xfrm>
          <a:prstGeom prst="rect">
            <a:avLst/>
          </a:prstGeom>
        </p:spPr>
      </p:pic>
      <p:sp>
        <p:nvSpPr>
          <p:cNvPr id="5" name="スライド番号プレースホルダー 4">
            <a:extLst>
              <a:ext uri="{FF2B5EF4-FFF2-40B4-BE49-F238E27FC236}">
                <a16:creationId xmlns:a16="http://schemas.microsoft.com/office/drawing/2014/main" id="{21DB8C5A-2D10-CE15-174B-9F9877F52859}"/>
              </a:ext>
            </a:extLst>
          </p:cNvPr>
          <p:cNvSpPr>
            <a:spLocks noGrp="1"/>
          </p:cNvSpPr>
          <p:nvPr>
            <p:ph type="sldNum" sz="quarter" idx="12"/>
          </p:nvPr>
        </p:nvSpPr>
        <p:spPr/>
        <p:txBody>
          <a:bodyPr/>
          <a:lstStyle/>
          <a:p>
            <a:fld id="{04E7AF0F-8B91-3549-8924-F7BFCDCBF3A4}" type="slidenum">
              <a:rPr kumimoji="1" lang="ja-JP" altLang="en-US" smtClean="0"/>
              <a:t>5</a:t>
            </a:fld>
            <a:endParaRPr kumimoji="1" lang="ja-JP" altLang="en-US"/>
          </a:p>
        </p:txBody>
      </p:sp>
    </p:spTree>
    <p:extLst>
      <p:ext uri="{BB962C8B-B14F-4D97-AF65-F5344CB8AC3E}">
        <p14:creationId xmlns:p14="http://schemas.microsoft.com/office/powerpoint/2010/main" val="3563525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9B86F4-379C-C67F-FE23-B82F00112A61}"/>
              </a:ext>
            </a:extLst>
          </p:cNvPr>
          <p:cNvSpPr>
            <a:spLocks noGrp="1"/>
          </p:cNvSpPr>
          <p:nvPr>
            <p:ph type="title"/>
          </p:nvPr>
        </p:nvSpPr>
        <p:spPr/>
        <p:txBody>
          <a:bodyPr/>
          <a:lstStyle/>
          <a:p>
            <a:r>
              <a:rPr kumimoji="1" lang="en-US" altLang="ja-JP" dirty="0"/>
              <a:t>Grad-CAM</a:t>
            </a:r>
            <a:endParaRPr kumimoji="1" lang="ja-JP" altLang="en-US"/>
          </a:p>
        </p:txBody>
      </p:sp>
      <p:sp>
        <p:nvSpPr>
          <p:cNvPr id="3" name="コンテンツ プレースホルダー 2">
            <a:extLst>
              <a:ext uri="{FF2B5EF4-FFF2-40B4-BE49-F238E27FC236}">
                <a16:creationId xmlns:a16="http://schemas.microsoft.com/office/drawing/2014/main" id="{C188552A-761A-8C07-2679-C77C445DA719}"/>
              </a:ext>
            </a:extLst>
          </p:cNvPr>
          <p:cNvSpPr>
            <a:spLocks noGrp="1"/>
          </p:cNvSpPr>
          <p:nvPr>
            <p:ph idx="1"/>
          </p:nvPr>
        </p:nvSpPr>
        <p:spPr/>
        <p:txBody>
          <a:bodyPr/>
          <a:lstStyle/>
          <a:p>
            <a:r>
              <a:rPr kumimoji="1" lang="en-US" altLang="ja-JP" dirty="0"/>
              <a:t>CNN</a:t>
            </a:r>
            <a:r>
              <a:rPr kumimoji="1" lang="ja-JP" altLang="en-US"/>
              <a:t>ベースの画像認識モデルに対してある入力とその予測に対して局所的な説明を与える手法</a:t>
            </a:r>
          </a:p>
        </p:txBody>
      </p:sp>
      <p:pic>
        <p:nvPicPr>
          <p:cNvPr id="7" name="図 6">
            <a:extLst>
              <a:ext uri="{FF2B5EF4-FFF2-40B4-BE49-F238E27FC236}">
                <a16:creationId xmlns:a16="http://schemas.microsoft.com/office/drawing/2014/main" id="{047B66F9-9826-2F12-419E-CD674BC976FC}"/>
              </a:ext>
            </a:extLst>
          </p:cNvPr>
          <p:cNvPicPr>
            <a:picLocks noChangeAspect="1"/>
          </p:cNvPicPr>
          <p:nvPr/>
        </p:nvPicPr>
        <p:blipFill>
          <a:blip r:embed="rId2"/>
          <a:stretch>
            <a:fillRect/>
          </a:stretch>
        </p:blipFill>
        <p:spPr>
          <a:xfrm>
            <a:off x="3203315" y="2856030"/>
            <a:ext cx="5785370" cy="2769592"/>
          </a:xfrm>
          <a:prstGeom prst="rect">
            <a:avLst/>
          </a:prstGeom>
        </p:spPr>
      </p:pic>
      <p:sp>
        <p:nvSpPr>
          <p:cNvPr id="8" name="スライド番号プレースホルダー 7">
            <a:extLst>
              <a:ext uri="{FF2B5EF4-FFF2-40B4-BE49-F238E27FC236}">
                <a16:creationId xmlns:a16="http://schemas.microsoft.com/office/drawing/2014/main" id="{918D9518-B3AA-CD65-B170-4F79179DF48F}"/>
              </a:ext>
            </a:extLst>
          </p:cNvPr>
          <p:cNvSpPr>
            <a:spLocks noGrp="1"/>
          </p:cNvSpPr>
          <p:nvPr>
            <p:ph type="sldNum" sz="quarter" idx="12"/>
          </p:nvPr>
        </p:nvSpPr>
        <p:spPr/>
        <p:txBody>
          <a:bodyPr/>
          <a:lstStyle/>
          <a:p>
            <a:fld id="{04E7AF0F-8B91-3549-8924-F7BFCDCBF3A4}" type="slidenum">
              <a:rPr kumimoji="1" lang="ja-JP" altLang="en-US" smtClean="0"/>
              <a:t>6</a:t>
            </a:fld>
            <a:endParaRPr kumimoji="1" lang="ja-JP" altLang="en-US"/>
          </a:p>
        </p:txBody>
      </p:sp>
    </p:spTree>
    <p:extLst>
      <p:ext uri="{BB962C8B-B14F-4D97-AF65-F5344CB8AC3E}">
        <p14:creationId xmlns:p14="http://schemas.microsoft.com/office/powerpoint/2010/main" val="4091775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14BC63-E02A-1905-E525-6743F53C8E62}"/>
              </a:ext>
            </a:extLst>
          </p:cNvPr>
          <p:cNvSpPr>
            <a:spLocks noGrp="1"/>
          </p:cNvSpPr>
          <p:nvPr>
            <p:ph type="title"/>
          </p:nvPr>
        </p:nvSpPr>
        <p:spPr/>
        <p:txBody>
          <a:bodyPr/>
          <a:lstStyle/>
          <a:p>
            <a:r>
              <a:rPr kumimoji="1" lang="ja-JP" altLang="en-US"/>
              <a:t>今後</a:t>
            </a:r>
          </a:p>
        </p:txBody>
      </p:sp>
      <p:sp>
        <p:nvSpPr>
          <p:cNvPr id="3" name="コンテンツ プレースホルダー 2">
            <a:extLst>
              <a:ext uri="{FF2B5EF4-FFF2-40B4-BE49-F238E27FC236}">
                <a16:creationId xmlns:a16="http://schemas.microsoft.com/office/drawing/2014/main" id="{952DE722-AD80-BA83-66A5-8CF681FBEEC6}"/>
              </a:ext>
            </a:extLst>
          </p:cNvPr>
          <p:cNvSpPr>
            <a:spLocks noGrp="1"/>
          </p:cNvSpPr>
          <p:nvPr>
            <p:ph idx="1"/>
          </p:nvPr>
        </p:nvSpPr>
        <p:spPr/>
        <p:txBody>
          <a:bodyPr/>
          <a:lstStyle/>
          <a:p>
            <a:pPr marL="0" indent="0">
              <a:buNone/>
            </a:pPr>
            <a:r>
              <a:rPr kumimoji="1" lang="en-US" altLang="ja-JP" dirty="0"/>
              <a:t>①</a:t>
            </a:r>
            <a:r>
              <a:rPr kumimoji="1" lang="ja-JP" altLang="en-US"/>
              <a:t>実写布で素材判定</a:t>
            </a:r>
            <a:endParaRPr lang="en-US" altLang="ja-JP" dirty="0"/>
          </a:p>
          <a:p>
            <a:pPr marL="0" indent="0">
              <a:buNone/>
            </a:pPr>
            <a:r>
              <a:rPr kumimoji="1" lang="en-US" altLang="ja-JP" dirty="0"/>
              <a:t>②Gran-CAM</a:t>
            </a:r>
            <a:r>
              <a:rPr kumimoji="1" lang="ja-JP" altLang="en-US"/>
              <a:t>で根拠確認</a:t>
            </a:r>
            <a:endParaRPr kumimoji="1" lang="en-US" altLang="ja-JP" dirty="0"/>
          </a:p>
          <a:p>
            <a:pPr marL="0" indent="0">
              <a:buNone/>
            </a:pPr>
            <a:r>
              <a:rPr lang="en-US" altLang="ja-JP" dirty="0"/>
              <a:t>③</a:t>
            </a:r>
            <a:r>
              <a:rPr lang="ja-JP" altLang="en-US"/>
              <a:t>キャラクター画像で試す</a:t>
            </a:r>
            <a:endParaRPr lang="en-US" altLang="ja-JP" dirty="0"/>
          </a:p>
          <a:p>
            <a:pPr marL="0" indent="0">
              <a:buNone/>
            </a:pPr>
            <a:r>
              <a:rPr kumimoji="1" lang="en-US" altLang="ja-JP" dirty="0"/>
              <a:t>④</a:t>
            </a:r>
            <a:r>
              <a:rPr lang="ja-JP" altLang="en-US"/>
              <a:t>精度</a:t>
            </a:r>
            <a:r>
              <a:rPr kumimoji="1" lang="ja-JP" altLang="en-US"/>
              <a:t>改善</a:t>
            </a:r>
            <a:endParaRPr kumimoji="1" lang="en-US" altLang="ja-JP" dirty="0"/>
          </a:p>
          <a:p>
            <a:pPr marL="0" indent="0">
              <a:buNone/>
            </a:pPr>
            <a:endParaRPr kumimoji="1" lang="en-US" altLang="ja-JP" dirty="0"/>
          </a:p>
          <a:p>
            <a:pPr marL="0" indent="0">
              <a:buNone/>
            </a:pPr>
            <a:r>
              <a:rPr lang="ja-JP" altLang="en-US"/>
              <a:t>の流れで進めていきたい</a:t>
            </a:r>
            <a:endParaRPr kumimoji="1" lang="en-US" altLang="ja-JP" dirty="0"/>
          </a:p>
          <a:p>
            <a:pPr marL="0" indent="0">
              <a:buNone/>
            </a:pPr>
            <a:endParaRPr kumimoji="1" lang="en-US" altLang="ja-JP" dirty="0"/>
          </a:p>
        </p:txBody>
      </p:sp>
      <p:sp>
        <p:nvSpPr>
          <p:cNvPr id="4" name="スライド番号プレースホルダー 3">
            <a:extLst>
              <a:ext uri="{FF2B5EF4-FFF2-40B4-BE49-F238E27FC236}">
                <a16:creationId xmlns:a16="http://schemas.microsoft.com/office/drawing/2014/main" id="{6FF73649-EB43-F503-7674-2655363E5BD2}"/>
              </a:ext>
            </a:extLst>
          </p:cNvPr>
          <p:cNvSpPr>
            <a:spLocks noGrp="1"/>
          </p:cNvSpPr>
          <p:nvPr>
            <p:ph type="sldNum" sz="quarter" idx="12"/>
          </p:nvPr>
        </p:nvSpPr>
        <p:spPr/>
        <p:txBody>
          <a:bodyPr/>
          <a:lstStyle/>
          <a:p>
            <a:fld id="{04E7AF0F-8B91-3549-8924-F7BFCDCBF3A4}" type="slidenum">
              <a:rPr kumimoji="1" lang="ja-JP" altLang="en-US" smtClean="0"/>
              <a:t>7</a:t>
            </a:fld>
            <a:endParaRPr kumimoji="1" lang="ja-JP" altLang="en-US"/>
          </a:p>
        </p:txBody>
      </p:sp>
    </p:spTree>
    <p:extLst>
      <p:ext uri="{BB962C8B-B14F-4D97-AF65-F5344CB8AC3E}">
        <p14:creationId xmlns:p14="http://schemas.microsoft.com/office/powerpoint/2010/main" val="4102782917"/>
      </p:ext>
    </p:extLst>
  </p:cSld>
  <p:clrMapOvr>
    <a:masterClrMapping/>
  </p:clrMapOvr>
</p:sld>
</file>

<file path=ppt/theme/theme1.xml><?xml version="1.0" encoding="utf-8"?>
<a:theme xmlns:a="http://schemas.openxmlformats.org/drawingml/2006/main" name="進捗報告1">
  <a:themeElements>
    <a:clrScheme name="ユーザー定義 3">
      <a:dk1>
        <a:srgbClr val="4D555A"/>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進捗報告４</Template>
  <TotalTime>182</TotalTime>
  <Words>155</Words>
  <Application>Microsoft Macintosh PowerPoint</Application>
  <PresentationFormat>ワイド画面</PresentationFormat>
  <Paragraphs>39</Paragraphs>
  <Slides>7</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Arial</vt:lpstr>
      <vt:lpstr>Calibri</vt:lpstr>
      <vt:lpstr>進捗報告1</vt:lpstr>
      <vt:lpstr>進捗報告13</vt:lpstr>
      <vt:lpstr>研究テーマ</vt:lpstr>
      <vt:lpstr>推定方法</vt:lpstr>
      <vt:lpstr>PowerPoint プレゼンテーション</vt:lpstr>
      <vt:lpstr>VLM</vt:lpstr>
      <vt:lpstr>Grad-CAM</vt:lpstr>
      <vt:lpstr>今後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中本　華琳</dc:creator>
  <cp:lastModifiedBy>中本　華琳</cp:lastModifiedBy>
  <cp:revision>4</cp:revision>
  <dcterms:created xsi:type="dcterms:W3CDTF">2026-05-13T16:02:40Z</dcterms:created>
  <dcterms:modified xsi:type="dcterms:W3CDTF">2026-05-13T19:06:15Z</dcterms:modified>
</cp:coreProperties>
</file>